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zf/dev/Leibniz-KERT/docs/assets/leibniz-kert-functional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45720"/>
            <a:ext cx="11978640" cy="6766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5720"/>
            <a:ext cx="7315200" cy="320040"/>
          </a:xfrm>
          <a:prstGeom prst="rect">
            <a:avLst/>
          </a:prstGeom>
          <a:solidFill>
            <a:srgbClr val="F5F5F5">
              <a:alpha val="3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Leibniz-KERT 功能布局逻辑架构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C′ 混合架构：Python Core（唯一公共入口）+ Java Skill Runtime（内部可替换执行器）+ GITS（仅通过 Python Core HTTP 调用）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szf/dev/Leibniz-KERT/docs/assets/leibniz-kert-tech-s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45720"/>
            <a:ext cx="11978640" cy="6766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5720"/>
            <a:ext cx="7315200" cy="320040"/>
          </a:xfrm>
          <a:prstGeom prst="rect">
            <a:avLst/>
          </a:prstGeom>
          <a:solidFill>
            <a:srgbClr val="F5F5F5">
              <a:alpha val="3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Leibniz-KERT 技术栈架构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F5F5F5">
              <a:alpha val="5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7层技术栈：运行时平台 → Web框架 → 领域引擎 → AI与检索 → 存储持久化 → 安全治理 → 可观测DevOps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Leibniz-KERT 架构全景</dc:title>
  <dc:subject>PptxGenJS Presentation</dc:subject>
  <dc:creator>Leibniz-KERT</dc:creator>
  <cp:lastModifiedBy>Leibniz-KERT</cp:lastModifiedBy>
  <cp:revision>1</cp:revision>
  <dcterms:created xsi:type="dcterms:W3CDTF">2026-08-27T16:16:32Z</dcterms:created>
  <dcterms:modified xsi:type="dcterms:W3CDTF">2026-08-27T16:16:32Z</dcterms:modified>
</cp:coreProperties>
</file>