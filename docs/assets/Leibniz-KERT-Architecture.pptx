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3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560320"/>
            <a:ext cx="12191695" cy="27432"/>
          </a:xfrm>
          <a:prstGeom prst="RECTANGLE">
            <a:avLst/>
          </a:prstGeom>
          <a:solidFill>
            <a:srgbClr val="EB6C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0972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Leibniz-KERT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31520" y="28346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EB6C3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DKWS 独立知识工程服务端 · C′ 混合架构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4747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A839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知识架构 · 功能布局 · 技术栈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F5D7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 Overview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zf/dev/Leibniz-KERT/docs/assets/dkws-knowledge-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" y="45720"/>
            <a:ext cx="11978640" cy="67665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45720"/>
            <a:ext cx="7315200" cy="320040"/>
          </a:xfrm>
          <a:prstGeom prst="rect">
            <a:avLst/>
          </a:prstGeom>
          <a:solidFill>
            <a:srgbClr val="F5F5F5">
              <a:alpha val="30000"/>
            </a:srgbClr>
          </a:solidFill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DKWS 知识架构：知识地图 · 知识目录 · 知识资产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274320" y="6400800"/>
            <a:ext cx="11612880" cy="320040"/>
          </a:xfrm>
          <a:prstGeom prst="rect">
            <a:avLst/>
          </a:prstGeom>
          <a:solidFill>
            <a:srgbClr val="F5F5F5">
              <a:alpha val="50000"/>
            </a:srgbClr>
          </a:solidFill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4F5D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知识地图定义「用什么」→ 知识目录定义「怎么找」→ 知识资产定义「是什么」→ 工作空间定义「放哪里」→ 生命周期定义「怎么流转」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zf/dev/Leibniz-KERT/docs/assets/leibniz-kert-functional-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" y="45720"/>
            <a:ext cx="11978640" cy="67665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45720"/>
            <a:ext cx="7315200" cy="320040"/>
          </a:xfrm>
          <a:prstGeom prst="rect">
            <a:avLst/>
          </a:prstGeom>
          <a:solidFill>
            <a:srgbClr val="F5F5F5">
              <a:alpha val="30000"/>
            </a:srgbClr>
          </a:solidFill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Leibniz-KERT 功能布局逻辑架构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274320" y="6400800"/>
            <a:ext cx="11612880" cy="320040"/>
          </a:xfrm>
          <a:prstGeom prst="rect">
            <a:avLst/>
          </a:prstGeom>
          <a:solidFill>
            <a:srgbClr val="F5F5F5">
              <a:alpha val="50000"/>
            </a:srgbClr>
          </a:solidFill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4F5D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C′ 混合架构：Python Core（唯一公共入口）+ Java Skill Runtime（内部可替换执行器）+ GITS（仅通过 Python Core HTTP 调用）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zf/dev/Leibniz-KERT/docs/assets/leibniz-kert-tech-stac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" y="45720"/>
            <a:ext cx="11978640" cy="67665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45720"/>
            <a:ext cx="7315200" cy="320040"/>
          </a:xfrm>
          <a:prstGeom prst="rect">
            <a:avLst/>
          </a:prstGeom>
          <a:solidFill>
            <a:srgbClr val="F5F5F5">
              <a:alpha val="30000"/>
            </a:srgbClr>
          </a:solidFill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D31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Leibniz-KERT 技术栈架构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274320" y="6400800"/>
            <a:ext cx="11612880" cy="320040"/>
          </a:xfrm>
          <a:prstGeom prst="rect">
            <a:avLst/>
          </a:prstGeom>
          <a:solidFill>
            <a:srgbClr val="F5F5F5">
              <a:alpha val="50000"/>
            </a:srgbClr>
          </a:solidFill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4F5D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7层技术栈：运行时平台 → Web框架 → 领域引擎 → AI与检索 → 存储持久化 → 安全治理 → 可观测DevOps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Leibniz-KERT 架构全景</dc:title>
  <dc:subject>PptxGenJS Presentation</dc:subject>
  <dc:creator>Leibniz-KERT</dc:creator>
  <cp:lastModifiedBy>Leibniz-KERT</cp:lastModifiedBy>
  <cp:revision>1</cp:revision>
  <dcterms:created xsi:type="dcterms:W3CDTF">2026-08-27T16:16:32Z</dcterms:created>
  <dcterms:modified xsi:type="dcterms:W3CDTF">2026-08-27T16:16:32Z</dcterms:modified>
</cp:coreProperties>
</file>